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229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137160" y="8229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7160" y="17830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D0D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FLIX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88036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8288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 del Proyecto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" y="4389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9144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de APIs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FastAPI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389120" y="2331720"/>
            <a:ext cx="822960" cy="54864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89120" y="2560320"/>
            <a:ext cx="64008" cy="25603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0" y="25603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3.x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2953512"/>
            <a:ext cx="64008" cy="25603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0" y="29535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0" y="3346704"/>
            <a:ext cx="64008" cy="25603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0" y="33467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739896"/>
            <a:ext cx="64008" cy="25603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0" y="37398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89120" y="4133088"/>
            <a:ext cx="64008" cy="25603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0" y="41330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CSS + JavaScript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FastAPI?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moderno de Python para construir APIs web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8046720" cy="804672"/>
          </a:xfrm>
          <a:prstGeom prst="rect">
            <a:avLst/>
          </a:prstGeom>
          <a:solidFill>
            <a:srgbClr val="F5E6E6"/>
          </a:solidFill>
          <a:ln w="15240">
            <a:solidFill>
              <a:srgbClr val="D1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48640" y="1143000"/>
            <a:ext cx="91440" cy="80467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1188720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es un framework web para Python que permite crear APIs REST de forma rápida y sencilla, con validación automática de datos, documentación interactiva integrada y rendimiento comparable a Node.js.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143000" y="2267712"/>
            <a:ext cx="685800" cy="685800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143000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V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30358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velocidad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" y="349300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Starlette y Pydantic. Rendimiento comparable a Node.js y Go.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87752" y="210312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3227832" y="2267712"/>
            <a:ext cx="685800" cy="685800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27832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79192" y="30358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automáticas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349300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Swagger UI y ReDoc automáticamente desde las definiciones del código.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2584" y="210312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5312664" y="2267712"/>
            <a:ext cx="685800" cy="685800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312664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64024" y="30358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Tipado con Pydantic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82312" y="349300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datos de entrada y salida usando anotaciones de tipo de Python.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57416" y="2103120"/>
            <a:ext cx="1965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397496" y="2267712"/>
            <a:ext cx="685800" cy="685800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397496" y="226771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48856" y="303580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de aprender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67144" y="3493008"/>
            <a:ext cx="17465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limpia, código reducido y curva de aprendizaje muy accesible.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aprendimos?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desarrolladas durante el proyecto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02920" y="1188720"/>
            <a:ext cx="566928" cy="65836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1234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estructurar una API REST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0432" y="1527048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rutas GET y POST con FastAPI, manejo de respuestas HTTP y errores con HTTPException.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4767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02920" y="1947672"/>
            <a:ext cx="566928" cy="65836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2920" y="1947672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19933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frontend con backend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70432" y="22860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entre HTML/JS y FastAPI mediante fetch(), manejo de JSON y CORS.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270662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02920" y="2706624"/>
            <a:ext cx="566928" cy="65836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02920" y="2706624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70432" y="2752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de usuarios con SQLite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70432" y="3044952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 inicio de sesión almacenando usuarios en base de datos local con sqlite3.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46557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02920" y="3465576"/>
            <a:ext cx="566928" cy="65836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2920" y="3465576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70432" y="35112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datos con Pandas y NumPy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70432" y="3803904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CSV/Excel, limpieza de datos, cálculo de estadísticas y generación de métricas.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22452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502920" y="4224528"/>
            <a:ext cx="566928" cy="65836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02920" y="4224528"/>
            <a:ext cx="566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4270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Servir archivos estáticos y HTML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70432" y="4562856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StaticFiles y FileResponse para servir el frontend directamente desde FastAPI.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N-Tier (Capas)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de responsabilidades en capas bien definidas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2560320" cy="310896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Arquitectura por Capas aplicada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581912"/>
            <a:ext cx="4663440" cy="548640"/>
          </a:xfrm>
          <a:prstGeom prst="rect">
            <a:avLst/>
          </a:prstGeom>
          <a:solidFill>
            <a:srgbClr val="E8F0FB"/>
          </a:solidFill>
          <a:ln w="15240">
            <a:solidFill>
              <a:srgbClr val="4472C4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6093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PRESENTACION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8562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  (HTML + CSS + JS)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30552"/>
            <a:ext cx="4663440" cy="27432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2130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 /  fetch()  /  JSON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04872"/>
            <a:ext cx="4663440" cy="548640"/>
          </a:xfrm>
          <a:prstGeom prst="rect">
            <a:avLst/>
          </a:prstGeom>
          <a:solidFill>
            <a:srgbClr val="F5E6E6"/>
          </a:solidFill>
          <a:ln w="15240">
            <a:solidFill>
              <a:srgbClr val="D100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243230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APLICACION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26791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 —  FastAPI  Rutas &amp; Endpoints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953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4663440" cy="548640"/>
          </a:xfrm>
          <a:prstGeom prst="rect">
            <a:avLst/>
          </a:prstGeom>
          <a:solidFill>
            <a:srgbClr val="EAF5EA"/>
          </a:solidFill>
          <a:ln w="15240">
            <a:solidFill>
              <a:srgbClr val="388E3C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0080" y="31821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LOGICA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  (análisis y métricas)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7033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888"/>
                </a:solidFill>
              </a:rPr>
              <a:t>▼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904488"/>
            <a:ext cx="4663440" cy="548640"/>
          </a:xfrm>
          <a:prstGeom prst="rect">
            <a:avLst/>
          </a:prstGeom>
          <a:solidFill>
            <a:srgbClr val="FFF3E0"/>
          </a:solidFill>
          <a:ln w="15240">
            <a:solidFill>
              <a:srgbClr val="F57C0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1788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 /  CSV  /  Excel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1170432"/>
            <a:ext cx="32918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486400" y="1170432"/>
            <a:ext cx="3291840" cy="54864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577840" y="12344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esta arquitectura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577840" y="171907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833872" y="1691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tiene una responsabilidad clara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77840" y="222199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5833872" y="2194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frontend solo se comunica con la API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272491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833872" y="26974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 análisis está separada de las rutas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322783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833872" y="32004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mantener y ampliar en el futuro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373075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5833872" y="37033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Adecuada para proyectos académicos y MVPs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77840" y="4233672"/>
            <a:ext cx="164592" cy="1645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5833872" y="42062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probar cada capa de forma independiente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del Frontend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interfaces que componen el sistema DataFlix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06040" cy="566928"/>
          </a:xfrm>
          <a:prstGeom prst="rect">
            <a:avLst/>
          </a:prstGeom>
          <a:solidFill>
            <a:srgbClr val="E8F0FB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91440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72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1874520"/>
            <a:ext cx="2286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58368" y="18745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frontend/login/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8368" y="2286000"/>
            <a:ext cx="128016" cy="12801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59536" y="2249424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email y contraseña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2852928"/>
            <a:ext cx="128016" cy="12801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59536" y="2816352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frontend y backend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419856"/>
            <a:ext cx="128016" cy="12801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59536" y="338328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al dashboard si el login es correcto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" y="3986784"/>
            <a:ext cx="128016" cy="128016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59536" y="3950208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directo para crear una cuenta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118872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246120" y="1188720"/>
            <a:ext cx="2606040" cy="566928"/>
          </a:xfrm>
          <a:prstGeom prst="rect">
            <a:avLst/>
          </a:prstGeom>
          <a:solidFill>
            <a:srgbClr val="EAF5EA"/>
          </a:solidFill>
          <a:ln w="1524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246120" y="1188720"/>
            <a:ext cx="9144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42900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2900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/register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1874520"/>
            <a:ext cx="2286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447288" y="18745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frontend/register/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47288" y="2286000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648456" y="2249424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nombre, email y contraseña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47288" y="2852928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648456" y="2816352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correo no esté en uso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447288" y="3419856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648456" y="338328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el usuario en SQLite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47288" y="3986784"/>
            <a:ext cx="128016" cy="12801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3648456" y="3950208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Redirige al login al completar el registro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1188720"/>
            <a:ext cx="26060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6035040" y="1188720"/>
            <a:ext cx="2606040" cy="566928"/>
          </a:xfrm>
          <a:prstGeom prst="rect">
            <a:avLst/>
          </a:prstGeom>
          <a:solidFill>
            <a:srgbClr val="F5E6E6"/>
          </a:solidFill>
          <a:ln w="1524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6035040" y="1188720"/>
            <a:ext cx="91440" cy="56692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621792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17920" y="1508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99632" y="1874520"/>
            <a:ext cx="228600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236208" y="18745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frontend/dashboard/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2286000"/>
            <a:ext cx="128016" cy="128016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437376" y="2249424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CSV o Excel desde el navegador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36208" y="2852928"/>
            <a:ext cx="128016" cy="128016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437376" y="2816352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interactivos con Chart.js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36208" y="3419856"/>
            <a:ext cx="128016" cy="128016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6437376" y="338328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plataforma y género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236208" y="3986784"/>
            <a:ext cx="128016" cy="128016"/>
          </a:xfrm>
          <a:prstGeom prst="ellipse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6437376" y="3950208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Top 10, catálogo y explorador de datos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882396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DataFrame — Pandas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 usada para analizar las peliculas y series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024128"/>
            <a:ext cx="8229600" cy="27432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02920" y="1170432"/>
            <a:ext cx="8138160" cy="621792"/>
          </a:xfrm>
          <a:prstGeom prst="rect">
            <a:avLst/>
          </a:prstGeom>
          <a:solidFill>
            <a:srgbClr val="F5E6E6"/>
          </a:solidFill>
          <a:ln w="1524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02920" y="1170432"/>
            <a:ext cx="91440" cy="62179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DataFrame es una tabla bidimensional de Pandas. Cada fila representa una pelicula o serie y cada columna un atributo. Permite filtrar, calcular estadisticas y agrupar datos con pocas lineas de codigo Python.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269748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12648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unico de cada registro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32304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2648" y="24597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titulo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la pelicula o serie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834640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12648" y="2862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2862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 o  TV Show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" y="3236976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12648" y="32644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Generos separados por coma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639312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12648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666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estreno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" y="4041648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12648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Puntuacion del 0 al 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443984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12648" y="4471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duracion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4471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 (pelicula) o episodios (serie)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383280" y="1920240"/>
            <a:ext cx="269748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493008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plataforma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434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Max, Disney+, etc.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0" y="2432304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493008" y="24597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idioma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434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original del contenido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834640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493008" y="2862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343400" y="2862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Pais de produccion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474720" y="3236976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3493008" y="32644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34340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principal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74720" y="3639312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3493008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clasif.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343400" y="3666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PG, R, TV-MA, TV-14, etc.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74720" y="4041648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3493008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votos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434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votos del publico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97880" y="192024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5897880" y="1920240"/>
            <a:ext cx="2697480" cy="64008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6007608" y="2057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presupuesto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85800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produccion en USD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89320" y="2432304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6007608" y="24597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ingresos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58000" y="24597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Recaudacion bruta en USD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89320" y="2834640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007608" y="28620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ganancias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858000" y="28620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menos presupuesto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89320" y="3236976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6007608" y="326440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actor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858000" y="32644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Protagonista principal del titulo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989320" y="3639312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6007608" y="3666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estudio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858000" y="3666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Productora o estudio responsable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989320" y="4041648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8" name="Text 66"/>
          <p:cNvSpPr/>
          <p:nvPr/>
        </p:nvSpPr>
        <p:spPr>
          <a:xfrm>
            <a:off x="6007608" y="4069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estreno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858000" y="4069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exacta de estreno (YYYY-MM-DD)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89320" y="4443984"/>
            <a:ext cx="2514600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007608" y="44714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1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sinopsis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858000" y="4471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Descripcion breve del contenido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1440" y="1280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62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2651760" cy="45720"/>
          </a:xfrm>
          <a:prstGeom prst="rect">
            <a:avLst/>
          </a:prstGeom>
          <a:solidFill>
            <a:srgbClr val="FFD0D0"/>
          </a:solidFill>
          <a:ln w="12700">
            <a:solidFill>
              <a:srgbClr val="FFD0D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26517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Demostracion en vivo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457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del proyecto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89120" y="960120"/>
            <a:ext cx="731520" cy="45720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4389120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4389120" y="1188720"/>
            <a:ext cx="64008" cy="53035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0" y="12070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funcional con FastAPI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1810512"/>
            <a:ext cx="4389120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389120" y="1810512"/>
            <a:ext cx="64008" cy="53035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de usuarios con SQLite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0" y="2432304"/>
            <a:ext cx="4389120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389120" y="2432304"/>
            <a:ext cx="64008" cy="53035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0" y="24505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interactivo con Chart.js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3054096"/>
            <a:ext cx="4389120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389120" y="3054096"/>
            <a:ext cx="64008" cy="53035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0" y="307238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 datos con Pandas y NumPy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675888"/>
            <a:ext cx="4389120" cy="530352"/>
          </a:xfrm>
          <a:prstGeom prst="rect">
            <a:avLst/>
          </a:prstGeom>
          <a:solidFill>
            <a:srgbClr val="F4F4F6"/>
          </a:solidFill>
          <a:ln w="12700">
            <a:solidFill>
              <a:srgbClr val="DDDD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389120" y="3675888"/>
            <a:ext cx="64008" cy="530352"/>
          </a:xfrm>
          <a:prstGeom prst="rect">
            <a:avLst/>
          </a:prstGeom>
          <a:solidFill>
            <a:srgbClr val="D10000"/>
          </a:solidFill>
          <a:ln w="12700">
            <a:solidFill>
              <a:srgbClr val="D1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0" y="3694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completo: Login, Registro y Dashboard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700</Words>
  <Application>Microsoft Office PowerPoint</Application>
  <PresentationFormat>Presentación en pantalla (16:9)</PresentationFormat>
  <Paragraphs>145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DataFlix - Sustentacion</dc:title>
  <dc:subject>PptxGenJS Presentation</dc:subject>
  <dc:creator>PptxGenJS</dc:creator>
  <cp:lastModifiedBy>MARIA JOSE MORA MORA</cp:lastModifiedBy>
  <cp:revision>1</cp:revision>
  <dcterms:created xsi:type="dcterms:W3CDTF">2026-05-30T01:00:42Z</dcterms:created>
  <dcterms:modified xsi:type="dcterms:W3CDTF">2026-05-30T01:02:29Z</dcterms:modified>
</cp:coreProperties>
</file>